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Profile: [Team Name]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1. [Name] - Full-Stack Developer</a:t>
            </a:r>
          </a:p>
          <a:p>
            <a:r>
              <a:t>2. [Name] - AI/ML Specialist</a:t>
            </a:r>
          </a:p>
          <a:p>
            <a:r>
              <a:t>3. [Name] - UI/UX Designer</a:t>
            </a:r>
          </a:p>
          <a:p>
            <a:r>
              <a:t>4. [Name] - Product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Pocket Lawyer 2.0: Democratizing Legal Access</a:t>
            </a:r>
          </a:p>
          <a:p>
            <a:pPr>
              <a:defRPr sz="2000"/>
            </a:pPr>
            <a:r>
              <a:t>A senior legal advisor in your pocket.</a:t>
            </a:r>
          </a:p>
          <a:p>
            <a:pPr>
              <a:defRPr sz="2000"/>
            </a:pPr>
            <a:r>
              <a:t>Bridging the gap between citizens and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Navigating the Law is Intimidating, Slow, and Expensive.</a:t>
            </a:r>
          </a:p>
          <a:p>
            <a:pPr>
              <a:defRPr sz="2000"/>
            </a:pPr>
            <a:r>
              <a:t>Citizen Barrier: Complex jargon and opaque procedures.</a:t>
            </a:r>
          </a:p>
          <a:p>
            <a:pPr>
              <a:defRPr sz="2000"/>
            </a:pPr>
            <a:r>
              <a:t>Lawyer Barrier: 60% of time spent on intake and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An Intelligent Legal Bridge.</a:t>
            </a:r>
          </a:p>
          <a:p>
            <a:pPr>
              <a:defRPr sz="2000"/>
            </a:pPr>
            <a:r>
              <a:t>Smart Intake: Conversational AI fact-finding.</a:t>
            </a:r>
          </a:p>
          <a:p>
            <a:pPr>
              <a:defRPr sz="2000"/>
            </a:pPr>
            <a:r>
              <a:t>Instant Triage: Automated service mapping.</a:t>
            </a:r>
          </a:p>
          <a:p>
            <a:pPr>
              <a:defRPr sz="2000"/>
            </a:pPr>
            <a:r>
              <a:t>Persistent Vaults: Structured digital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1. Converse: Natural language interaction.</a:t>
            </a:r>
          </a:p>
          <a:p>
            <a:pPr>
              <a:defRPr sz="2000"/>
            </a:pPr>
            <a:r>
              <a:t>2. Structure: Domain and fact extraction.</a:t>
            </a:r>
          </a:p>
          <a:p>
            <a:pPr>
              <a:defRPr sz="2000"/>
            </a:pPr>
            <a:r>
              <a:t>3. Connect: Seamless routing to experts.</a:t>
            </a:r>
          </a:p>
          <a:p>
            <a:pPr>
              <a:defRPr sz="2000"/>
            </a:pPr>
            <a:r>
              <a:t>(Proprietary Multi-Agent Logic)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Citizens: Seeking affordable legal clarity.</a:t>
            </a:r>
          </a:p>
          <a:p>
            <a:pPr>
              <a:defRPr sz="2000"/>
            </a:pPr>
            <a:r>
              <a:t>Independent Lawyers: Seeking vetted, structured leads.</a:t>
            </a:r>
          </a:p>
          <a:p>
            <a:pPr>
              <a:defRPr sz="2000"/>
            </a:pPr>
            <a:r>
              <a:t>Law Firms: Seeking automated intake solutions.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Freemium Intake: Free assessment for acquisition.</a:t>
            </a:r>
          </a:p>
          <a:p>
            <a:pPr>
              <a:defRPr sz="2000"/>
            </a:pPr>
            <a:r>
              <a:t>Pay-Per-Service: Document drafting and e-stamping fees.</a:t>
            </a:r>
          </a:p>
          <a:p>
            <a:pPr>
              <a:defRPr sz="2000"/>
            </a:pPr>
            <a:r>
              <a:t>Consultation Commissions: Human expert referral fees.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Real Persistence: No data loss on refresh.</a:t>
            </a:r>
          </a:p>
          <a:p>
            <a:pPr>
              <a:defRPr sz="2000"/>
            </a:pPr>
            <a:r>
              <a:t>AI Guardrails: Safety first, professional second.</a:t>
            </a:r>
          </a:p>
          <a:p>
            <a:pPr>
              <a:defRPr sz="2000"/>
            </a:pPr>
            <a:r>
              <a:t>Seamless Handoff: AI-summarized briefs for lawyers.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Market Timing: Rise in digital literacy.</a:t>
            </a:r>
          </a:p>
          <a:p>
            <a:pPr>
              <a:defRPr sz="2000"/>
            </a:pPr>
            <a:r>
              <a:t>Scalability: Cloud-first secure architecture.</a:t>
            </a:r>
          </a:p>
          <a:p>
            <a:pPr>
              <a:defRPr sz="2000"/>
            </a:pPr>
            <a:r>
              <a:t>Social Empowerment: Justice for vulnerable populations.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Current: Functional prototype for Hackathon.</a:t>
            </a:r>
          </a:p>
          <a:p>
            <a:pPr>
              <a:defRPr sz="2000"/>
            </a:pPr>
            <a:r>
              <a:t>Phase 2: Beta-testing with verified lawyers.</a:t>
            </a:r>
          </a:p>
          <a:p>
            <a:pPr>
              <a:defRPr sz="2000"/>
            </a:pPr>
            <a:r>
              <a:t>Ask: Mentorship and opportunity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